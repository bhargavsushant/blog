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3: Data Measurement Scales" id="{5df2e95e-98e0-b736-48fe-41287cf5f87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Nominal</c:v>
                  </c:pt>
                  <c:pt idx="1">
                    <c:v>Ordinal</c:v>
                  </c:pt>
                  <c:pt idx="2">
                    <c:v>Interval</c:v>
                  </c:pt>
                  <c:pt idx="3">
                    <c:v>Ratio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Number of questions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covers the four measurement scales: nominal, ordinal, interval and ratio. Knowing the scale of a variable tells you which summaries and charts are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asking: is a phone number a number? Most students say yes. By the end of the session they should be able to explain why it is really a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never warns you. The responsibility is on the analyst. Use the shop example to make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the gap between 1st and 2nd rank the same as between 2nd and 3rd? Not necessarily. A race can be won by a second or by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temperature for the worked example. Most business data you will meet is ratio: money, quantity, time,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columns. Order appears at ordinal, equal gaps at interval, true zero at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three quick examples live: blood group, shirt size,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call out the answer before you reveal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Fahrenheit step is the most convincing: the same two temperatures give three different ratios.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count of questions by scale, a nominal summary, so a bar chart is the right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sheet live if time permits and deliberately average a code column to show the meaningless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Likert point is debated. Be honest with students: it is common practice but technically ordinal.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three minutes, then reveal answers from the notes.
ANSWERS
1. (a) nominal (b) ordinal (c) ratio (d) interval.
2. No. Payment mode is nominal; the codes are labels, so only counts and mode are valid.
3. Median: stars are ordinal, so the gaps between steps are not guaranteed equal. Also show the distribution.
4. Yes. Sales in ₹ is a ratio scale with a true zero, so ratios are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I: Introduction to Data Analysis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·  TOPIC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Measurement Scales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Analysis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and explain why the scale of a variable matters.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scales: nominal, ordinal, interval and ratio.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variables such as city, rating, temperature and sales.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 and charts that are valid for each scale.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 such as treating PIN codes or Likert ratings as ordinary numbers.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scales, each one adds a property: names, then order, then equal gaps, then a true zero.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scale of a variable matters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assigning numbers or labels to things by a rule.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decides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allowed to do with the values afterwards.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scale, wrong answer: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of jersey numbers or PIN codes is meaningless.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follow the scale: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will happily average anything, so you must check the scale first.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codes payment mode as 1 = Cash, 2 = UPI, 3 = Card. The average code is 1.8. That number says nothing about customers.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Nominal and ordinal scales: categories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names only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with no natural order.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gender, payment mode, brand, blood group.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percentage, mode.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ranking.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54496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names with order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that can be ranked, but the gaps are unknown.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(low, medium, high), grade, rank, size S/M/L.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</a:t>
            </a:r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nominal allows, plus median and percentiles.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valid: </a:t>
            </a:r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because the gap between steps is not equal.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can you put the values in a meaningful order? No: nominal. Yes, but the steps are uneven: ordinal.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 and ratio scales: true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 equal gaps, no true zero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are meaningful; ratios are not.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 °C or °F, calendar year, IQ score.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standard deviation, correlation.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arbitrary: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°C does not mean "no heat".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54496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equal gaps and a true zero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means none, so ratios make sense.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 ₹, age, weight, distance, number of orders.</a:t>
            </a:r>
            <a:endParaRPr lang="en-US" sz="2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statistics, including "twice as much".</a:t>
            </a:r>
            <a:endParaRPr lang="en-US" sz="2100" dirty="0"/>
          </a:p>
          <a:p>
            <a:pPr marL="228600" indent="-228600">
              <a:buSzPct val="100000"/>
              <a:buChar char="•"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</a:t>
            </a:r>
            <a:pPr indent="0" marL="0">
              <a:buNone/>
            </a:pPr>
            <a:r>
              <a:rPr lang="en-US" sz="2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value be 0 meaning nothing? Then it is ratio.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is 40 "twice" 20 in a real sense? Yes for ₹ sales (ratio). No for 20 °C and 40 °C (interval).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scales at a glance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526377"/>
                <a:gridCol w="1119343"/>
                <a:gridCol w="1424618"/>
                <a:gridCol w="1322860"/>
                <a:gridCol w="3052754"/>
                <a:gridCol w="2645720"/>
              </a:tblGrid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gaps?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zero?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example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summary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counts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rating 1 to 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Median, percentiles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in °C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Mean, std. deviation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B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sales in ₹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All, incl. ratios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11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scale keeps every property of the one above it and adds one more.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decide the scale in three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624072" cy="777240"/>
          </a:xfrm>
          <a:prstGeom prst="homePlat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07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Is there an order?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7835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3212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no, the variable is nominal. Stop here.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82440" y="1417320"/>
            <a:ext cx="3624072" cy="777240"/>
          </a:xfrm>
          <a:prstGeom prst="homePlate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5320" y="1417320"/>
            <a:ext cx="307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Are the gaps equal?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82440" y="2331720"/>
            <a:ext cx="357835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5320" y="2468880"/>
            <a:ext cx="3212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order exists but steps are uneven (rank, rating), it is ordinal.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16240" y="1417320"/>
            <a:ext cx="3624072" cy="777240"/>
          </a:xfrm>
          <a:prstGeom prst="homePlat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99120" y="1417320"/>
            <a:ext cx="3075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Is zero "none"?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16240" y="2331720"/>
            <a:ext cx="357835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99120" y="2468880"/>
            <a:ext cx="3212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gaps are equal and zero means nothing, it is ratio. Otherwise interval.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6177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what the number means, not how it looks. PIN code 462001 looks like a number but is a label.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a survey questionnaire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cafe in Bhopal surveys 100 customers. Classify each question by its scale.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6675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"Which area do you live in?"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names with no order.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"Rate our service: poor, fair, good, excellent"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ordered, gaps unknown.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"Today's temperature on the app"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 0 °C is not "no heat".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"How much did you spend (₹)?"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₹0 means nothing spent.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4142232" cy="3749040"/>
          </a:xfrm>
          <a:prstGeom prst="roundRect">
            <a:avLst>
              <a:gd name="adj" fmla="val 292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74320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154680"/>
            <a:ext cx="35935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Summaries: count areas (Q1), report the median rating (Q2), average the temperature (Q3), and total or average the spend (Q4).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40 °C is not "twice as hot" as 20 °C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40 °C twice as hot as 20 °C? The ratio test shows why interval data cannot be compared with ratios.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 ratio: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20 = 2, which looks like "twice".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Kelvin (true zero):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°C = 293.15 K and 40 °C = 313.15 K.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ratio: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313.15 / 293.15 ≈ 1.07, only 7% more heat energy.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Fahrenheit: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°F and 104 °F give a ratio of 1.53. The ratio changes with the unit.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 that changes when you change the unit is not meaningful. Only ratio scales (true zero) support "twice as much".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scales used in a 10-question survey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 questions are nominal, so most answers can only be counted.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questions can support an average or other arithmetic.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analysis before designing questions, so each one gives the data you need.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the scale to an Excel formula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4846320"/>
          </a:xfrm>
          <a:prstGeom prst="roundRect">
            <a:avLst>
              <a:gd name="adj" fmla="val 226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=COUNTIF(B2:B101,"UPI")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=MODE.SNGL(C2:C101)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=MEDIAN(D2:D101)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=AVERAGE(E2:E101)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=SUM(F2:F101)/COUNT(F2:F101)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463040"/>
            <a:ext cx="4142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 and mode. No average.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the coded ranks.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and ratio: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SUM and everything else.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will not stop you from averaging a nominal code. Check the scale first.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are labels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codes, phone numbers, roll numbers and employee IDs are nominal. Never add or average them.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ratings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to 5 agreement scale is ordinal. Many analysts still average it, but report the median and the full distribution too.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"Age" in years is ratio. "18-25, 26-35, 36-45" is ordinal. Grouping loses information.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not always "none"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°C and a year like 0 are arbitrary points (interval). A balance of ₹0 is a true zero (ratio).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scale: (a) blood group (b) shoe size S, M, L (c) height in cm (d) calendar year.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codes Cash = 1, UPI = 2, Card = 3. Is the mean code of 1.8 meaningful? Why?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ratings are 1 to 5 stars. Which is safer to report, mean or median, and why?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fall from ₹80,000 to ₹40,000. Can you say sales halved? Name the scale.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only. Count and mode.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with order. Add median and percentiles.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gaps, no true zero. Mean is valid, ratios are not.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gaps and a true zero. All statistics are valid.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a number means before you calculate with it.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Importance of Data Quality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Measurement Scales</dc:title>
  <dc:subject>Business Management Tools I</dc:subject>
  <dc:creator>Sushant Bhargav</dc:creator>
  <cp:lastModifiedBy>Sushant Bhargav</cp:lastModifiedBy>
  <cp:revision>1</cp:revision>
  <dcterms:created xsi:type="dcterms:W3CDTF">2026-10-07T01:36:10Z</dcterms:created>
  <dcterms:modified xsi:type="dcterms:W3CDTF">2026-10-07T01:36:10Z</dcterms:modified>
</cp:coreProperties>
</file>